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124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4AC0BF2-7319-47DD-97BB-D3B1BD9143E4}"/>
              </a:ext>
            </a:extLst>
          </p:cNvPr>
          <p:cNvSpPr/>
          <p:nvPr/>
        </p:nvSpPr>
        <p:spPr>
          <a:xfrm>
            <a:off x="848346" y="193404"/>
            <a:ext cx="10895271" cy="5883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0A7C2E-7434-42FC-BAFC-F9B7E3CC44C0}"/>
              </a:ext>
            </a:extLst>
          </p:cNvPr>
          <p:cNvSpPr txBox="1"/>
          <p:nvPr/>
        </p:nvSpPr>
        <p:spPr>
          <a:xfrm>
            <a:off x="933949" y="365659"/>
            <a:ext cx="817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Engine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A4EF71-015C-4F2F-80BE-921A9679E1A7}"/>
              </a:ext>
            </a:extLst>
          </p:cNvPr>
          <p:cNvSpPr/>
          <p:nvPr/>
        </p:nvSpPr>
        <p:spPr>
          <a:xfrm>
            <a:off x="2768115" y="347422"/>
            <a:ext cx="7959144" cy="4394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Event Priority Queue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A4D757-9C23-41F2-B8A4-20EA6B41627E}"/>
              </a:ext>
            </a:extLst>
          </p:cNvPr>
          <p:cNvSpPr/>
          <p:nvPr/>
        </p:nvSpPr>
        <p:spPr>
          <a:xfrm>
            <a:off x="1345903" y="992797"/>
            <a:ext cx="10400764" cy="25844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A213D0-A409-4F16-ADCB-1FDE3A03D5B0}"/>
              </a:ext>
            </a:extLst>
          </p:cNvPr>
          <p:cNvSpPr txBox="1"/>
          <p:nvPr/>
        </p:nvSpPr>
        <p:spPr>
          <a:xfrm>
            <a:off x="1345903" y="992796"/>
            <a:ext cx="905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Objects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2A6CA7-70F8-48CE-BCB7-C22C1B9B5EEF}"/>
              </a:ext>
            </a:extLst>
          </p:cNvPr>
          <p:cNvSpPr/>
          <p:nvPr/>
        </p:nvSpPr>
        <p:spPr>
          <a:xfrm>
            <a:off x="1560648" y="1437206"/>
            <a:ext cx="844186" cy="1929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5A95B3-AF42-4B65-A8D4-E219A3C0A3E8}"/>
              </a:ext>
            </a:extLst>
          </p:cNvPr>
          <p:cNvSpPr/>
          <p:nvPr/>
        </p:nvSpPr>
        <p:spPr>
          <a:xfrm>
            <a:off x="3242319" y="1437206"/>
            <a:ext cx="1895376" cy="1929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3CEA88-7FD3-4CFC-9887-C1D53D72B62A}"/>
              </a:ext>
            </a:extLst>
          </p:cNvPr>
          <p:cNvSpPr/>
          <p:nvPr/>
        </p:nvSpPr>
        <p:spPr>
          <a:xfrm>
            <a:off x="5797895" y="1437206"/>
            <a:ext cx="3532502" cy="1929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1E7AD6-1891-423D-B411-0616E5DBA7DE}"/>
              </a:ext>
            </a:extLst>
          </p:cNvPr>
          <p:cNvSpPr/>
          <p:nvPr/>
        </p:nvSpPr>
        <p:spPr>
          <a:xfrm>
            <a:off x="3988942" y="1662978"/>
            <a:ext cx="1004022" cy="70978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左右 13">
            <a:extLst>
              <a:ext uri="{FF2B5EF4-FFF2-40B4-BE49-F238E27FC236}">
                <a16:creationId xmlns:a16="http://schemas.microsoft.com/office/drawing/2014/main" id="{7CEE7574-7447-4547-9A29-7C28D31D3E0C}"/>
              </a:ext>
            </a:extLst>
          </p:cNvPr>
          <p:cNvSpPr/>
          <p:nvPr/>
        </p:nvSpPr>
        <p:spPr>
          <a:xfrm>
            <a:off x="5176022" y="2268705"/>
            <a:ext cx="585386" cy="289774"/>
          </a:xfrm>
          <a:prstGeom prst="leftRightArrow">
            <a:avLst>
              <a:gd name="adj1" fmla="val 23333"/>
              <a:gd name="adj2" fmla="val 3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349973D-B75F-4D7E-A9B9-7DA642722A9A}"/>
              </a:ext>
            </a:extLst>
          </p:cNvPr>
          <p:cNvSpPr txBox="1"/>
          <p:nvPr/>
        </p:nvSpPr>
        <p:spPr>
          <a:xfrm>
            <a:off x="4013683" y="1662978"/>
            <a:ext cx="1099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Cache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Manager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981815-73FB-4228-8AC2-D25A92A47FC0}"/>
              </a:ext>
            </a:extLst>
          </p:cNvPr>
          <p:cNvSpPr/>
          <p:nvPr/>
        </p:nvSpPr>
        <p:spPr>
          <a:xfrm>
            <a:off x="9783577" y="1138988"/>
            <a:ext cx="1794627" cy="22900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0B83CB9-7C21-49FD-8973-D4CE217CA453}"/>
              </a:ext>
            </a:extLst>
          </p:cNvPr>
          <p:cNvSpPr/>
          <p:nvPr/>
        </p:nvSpPr>
        <p:spPr>
          <a:xfrm>
            <a:off x="8779819" y="1756325"/>
            <a:ext cx="552450" cy="13161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TSU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C82CCD-BA7C-4EB2-983B-EFC1E59EF21B}"/>
              </a:ext>
            </a:extLst>
          </p:cNvPr>
          <p:cNvSpPr/>
          <p:nvPr/>
        </p:nvSpPr>
        <p:spPr>
          <a:xfrm>
            <a:off x="1869924" y="2733873"/>
            <a:ext cx="538648" cy="469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root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8048A4-18BF-45B4-BA12-E93F4B9BA42B}"/>
              </a:ext>
            </a:extLst>
          </p:cNvPr>
          <p:cNvSpPr txBox="1"/>
          <p:nvPr/>
        </p:nvSpPr>
        <p:spPr>
          <a:xfrm>
            <a:off x="7202632" y="1481669"/>
            <a:ext cx="557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FTL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53751E-B786-4F4C-B086-7AACC2BEA67C}"/>
              </a:ext>
            </a:extLst>
          </p:cNvPr>
          <p:cNvSpPr txBox="1"/>
          <p:nvPr/>
        </p:nvSpPr>
        <p:spPr>
          <a:xfrm>
            <a:off x="3424676" y="1444296"/>
            <a:ext cx="557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HIL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C6D302D-CCE2-40A7-82C9-685010401CF8}"/>
              </a:ext>
            </a:extLst>
          </p:cNvPr>
          <p:cNvSpPr txBox="1"/>
          <p:nvPr/>
        </p:nvSpPr>
        <p:spPr>
          <a:xfrm>
            <a:off x="1657506" y="1444296"/>
            <a:ext cx="660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Host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17837E2-3CEB-40B2-945C-1A08319D630A}"/>
              </a:ext>
            </a:extLst>
          </p:cNvPr>
          <p:cNvSpPr/>
          <p:nvPr/>
        </p:nvSpPr>
        <p:spPr>
          <a:xfrm>
            <a:off x="2408423" y="2734340"/>
            <a:ext cx="837631" cy="469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link</a:t>
            </a:r>
            <a:endParaRPr lang="zh-CN" altLang="en-US" sz="14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E0A42B5-BC5A-40AA-BF3D-C8A5007DBAB6}"/>
              </a:ext>
            </a:extLst>
          </p:cNvPr>
          <p:cNvSpPr/>
          <p:nvPr/>
        </p:nvSpPr>
        <p:spPr>
          <a:xfrm>
            <a:off x="3247270" y="2734051"/>
            <a:ext cx="688781" cy="469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/>
              <a:t>switch</a:t>
            </a:r>
            <a:endParaRPr lang="zh-CN" altLang="en-US" sz="14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7181F4C-41AD-4C34-BCCB-968545C092BC}"/>
              </a:ext>
            </a:extLst>
          </p:cNvPr>
          <p:cNvSpPr/>
          <p:nvPr/>
        </p:nvSpPr>
        <p:spPr>
          <a:xfrm>
            <a:off x="98702" y="1994729"/>
            <a:ext cx="1080882" cy="7427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config &amp;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workload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1B87AF85-CCFD-4C20-B131-55BB1CB50393}"/>
              </a:ext>
            </a:extLst>
          </p:cNvPr>
          <p:cNvSpPr/>
          <p:nvPr/>
        </p:nvSpPr>
        <p:spPr>
          <a:xfrm>
            <a:off x="1198333" y="2161147"/>
            <a:ext cx="322439" cy="311199"/>
          </a:xfrm>
          <a:prstGeom prst="rightArrow">
            <a:avLst>
              <a:gd name="adj1" fmla="val 45919"/>
              <a:gd name="adj2" fmla="val 29595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9DAA08-C43C-4C45-8966-7409E8B6FCA6}"/>
              </a:ext>
            </a:extLst>
          </p:cNvPr>
          <p:cNvSpPr/>
          <p:nvPr/>
        </p:nvSpPr>
        <p:spPr>
          <a:xfrm>
            <a:off x="4052054" y="2372763"/>
            <a:ext cx="842474" cy="70978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05642A1-4289-403B-ADDE-5A211FE4A057}"/>
              </a:ext>
            </a:extLst>
          </p:cNvPr>
          <p:cNvSpPr txBox="1"/>
          <p:nvPr/>
        </p:nvSpPr>
        <p:spPr>
          <a:xfrm>
            <a:off x="4047572" y="2413592"/>
            <a:ext cx="825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Write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Cache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E14BAB2-5EC6-4369-B196-1E742DD95FD3}"/>
              </a:ext>
            </a:extLst>
          </p:cNvPr>
          <p:cNvGrpSpPr/>
          <p:nvPr/>
        </p:nvGrpSpPr>
        <p:grpSpPr>
          <a:xfrm>
            <a:off x="5930177" y="1939966"/>
            <a:ext cx="2300455" cy="1323284"/>
            <a:chOff x="5493731" y="2656560"/>
            <a:chExt cx="2300455" cy="13232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EC580B1F-5D1A-4FFA-BC39-3116E02CC168}"/>
                </a:ext>
              </a:extLst>
            </p:cNvPr>
            <p:cNvSpPr/>
            <p:nvPr/>
          </p:nvSpPr>
          <p:spPr>
            <a:xfrm>
              <a:off x="5493731" y="2656560"/>
              <a:ext cx="1073150" cy="933450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Address Mapping Unit</a:t>
              </a:r>
              <a:endParaRPr lang="zh-CN" altLang="en-US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223C9DA-CD8D-4717-8E09-1343EA771AB0}"/>
                </a:ext>
              </a:extLst>
            </p:cNvPr>
            <p:cNvSpPr/>
            <p:nvPr/>
          </p:nvSpPr>
          <p:spPr>
            <a:xfrm>
              <a:off x="6711033" y="3355529"/>
              <a:ext cx="1073150" cy="581422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Block Manager</a:t>
              </a:r>
              <a:endParaRPr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3E08BC2-9A3D-422E-9F74-A4BB3A6DB21A}"/>
                </a:ext>
              </a:extLst>
            </p:cNvPr>
            <p:cNvSpPr/>
            <p:nvPr/>
          </p:nvSpPr>
          <p:spPr>
            <a:xfrm>
              <a:off x="6721036" y="2656560"/>
              <a:ext cx="1073150" cy="581423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GC and WL Unit</a:t>
              </a:r>
              <a:endParaRPr lang="zh-CN" altLang="en-US" dirty="0"/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DE3881D9-A25C-4C86-9CA8-82A2346BED7B}"/>
                </a:ext>
              </a:extLst>
            </p:cNvPr>
            <p:cNvGrpSpPr/>
            <p:nvPr/>
          </p:nvGrpSpPr>
          <p:grpSpPr>
            <a:xfrm>
              <a:off x="5526090" y="3596269"/>
              <a:ext cx="1010817" cy="383575"/>
              <a:chOff x="5507218" y="3658056"/>
              <a:chExt cx="1010817" cy="383575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770B7FB3-1FF8-4951-933E-A01EB8A4D18F}"/>
                  </a:ext>
                </a:extLst>
              </p:cNvPr>
              <p:cNvSpPr/>
              <p:nvPr/>
            </p:nvSpPr>
            <p:spPr>
              <a:xfrm>
                <a:off x="5507218" y="3658056"/>
                <a:ext cx="1004022" cy="383575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AFF4B847-6AD5-4B40-9C56-D35D9590BA4E}"/>
                  </a:ext>
                </a:extLst>
              </p:cNvPr>
              <p:cNvSpPr txBox="1"/>
              <p:nvPr/>
            </p:nvSpPr>
            <p:spPr>
              <a:xfrm>
                <a:off x="5692739" y="3665177"/>
                <a:ext cx="8252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</a:rPr>
                  <a:t>CMT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813A056-91AD-4D17-AD2E-7E221737F5D8}"/>
              </a:ext>
            </a:extLst>
          </p:cNvPr>
          <p:cNvGrpSpPr/>
          <p:nvPr/>
        </p:nvGrpSpPr>
        <p:grpSpPr>
          <a:xfrm>
            <a:off x="10711386" y="1523365"/>
            <a:ext cx="779809" cy="655271"/>
            <a:chOff x="10749617" y="1563544"/>
            <a:chExt cx="779809" cy="65527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9254E72-B3AA-4734-99A8-10643BB3C36A}"/>
                </a:ext>
              </a:extLst>
            </p:cNvPr>
            <p:cNvSpPr/>
            <p:nvPr/>
          </p:nvSpPr>
          <p:spPr>
            <a:xfrm>
              <a:off x="10749617" y="1563544"/>
              <a:ext cx="779809" cy="65527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E1AF4B34-7DDB-4B41-90B0-067E54D06A9B}"/>
                </a:ext>
              </a:extLst>
            </p:cNvPr>
            <p:cNvSpPr txBox="1"/>
            <p:nvPr/>
          </p:nvSpPr>
          <p:spPr>
            <a:xfrm>
              <a:off x="10786227" y="1570417"/>
              <a:ext cx="706591" cy="2284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Flash Chips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8" name="箭头: 左右 37">
            <a:extLst>
              <a:ext uri="{FF2B5EF4-FFF2-40B4-BE49-F238E27FC236}">
                <a16:creationId xmlns:a16="http://schemas.microsoft.com/office/drawing/2014/main" id="{BAA34411-B964-40EE-8420-AAD0ADC8974D}"/>
              </a:ext>
            </a:extLst>
          </p:cNvPr>
          <p:cNvSpPr/>
          <p:nvPr/>
        </p:nvSpPr>
        <p:spPr>
          <a:xfrm rot="10800000">
            <a:off x="9359916" y="2253210"/>
            <a:ext cx="392269" cy="289774"/>
          </a:xfrm>
          <a:prstGeom prst="leftRightArrow">
            <a:avLst>
              <a:gd name="adj1" fmla="val 23333"/>
              <a:gd name="adj2" fmla="val 3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90635B5-18C6-4376-AD87-DF90ABBF82AA}"/>
              </a:ext>
            </a:extLst>
          </p:cNvPr>
          <p:cNvSpPr txBox="1"/>
          <p:nvPr/>
        </p:nvSpPr>
        <p:spPr>
          <a:xfrm>
            <a:off x="2519507" y="2437473"/>
            <a:ext cx="663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</a:rPr>
              <a:t>PCIe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CCB3C8B-1759-4DAF-90D2-EECF2408B703}"/>
              </a:ext>
            </a:extLst>
          </p:cNvPr>
          <p:cNvSpPr txBox="1"/>
          <p:nvPr/>
        </p:nvSpPr>
        <p:spPr>
          <a:xfrm>
            <a:off x="2485460" y="3152532"/>
            <a:ext cx="747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requests</a:t>
            </a:r>
            <a:endParaRPr lang="zh-CN" altLang="en-US" sz="12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FFFD14F-8FEE-49E4-B8A0-CEE85A1FFE35}"/>
              </a:ext>
            </a:extLst>
          </p:cNvPr>
          <p:cNvSpPr txBox="1"/>
          <p:nvPr/>
        </p:nvSpPr>
        <p:spPr>
          <a:xfrm>
            <a:off x="5102434" y="2527569"/>
            <a:ext cx="1004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transactions</a:t>
            </a:r>
            <a:endParaRPr lang="zh-CN" altLang="en-US" sz="1200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F084BEA-C4F0-4FEF-918D-D4364A5F727A}"/>
              </a:ext>
            </a:extLst>
          </p:cNvPr>
          <p:cNvGrpSpPr/>
          <p:nvPr/>
        </p:nvGrpSpPr>
        <p:grpSpPr>
          <a:xfrm>
            <a:off x="6462488" y="717750"/>
            <a:ext cx="403731" cy="335798"/>
            <a:chOff x="4343400" y="334927"/>
            <a:chExt cx="403731" cy="335798"/>
          </a:xfrm>
        </p:grpSpPr>
        <p:sp>
          <p:nvSpPr>
            <p:cNvPr id="44" name="箭头: 左弧形 43">
              <a:extLst>
                <a:ext uri="{FF2B5EF4-FFF2-40B4-BE49-F238E27FC236}">
                  <a16:creationId xmlns:a16="http://schemas.microsoft.com/office/drawing/2014/main" id="{874AD4CB-A87D-40E9-9002-1923C1B1BDA9}"/>
                </a:ext>
              </a:extLst>
            </p:cNvPr>
            <p:cNvSpPr/>
            <p:nvPr/>
          </p:nvSpPr>
          <p:spPr>
            <a:xfrm>
              <a:off x="4343400" y="354170"/>
              <a:ext cx="190409" cy="316555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箭头: 左弧形 44">
              <a:extLst>
                <a:ext uri="{FF2B5EF4-FFF2-40B4-BE49-F238E27FC236}">
                  <a16:creationId xmlns:a16="http://schemas.microsoft.com/office/drawing/2014/main" id="{F7F26B59-3231-48DD-BA91-A0D1B41D0052}"/>
                </a:ext>
              </a:extLst>
            </p:cNvPr>
            <p:cNvSpPr/>
            <p:nvPr/>
          </p:nvSpPr>
          <p:spPr>
            <a:xfrm rot="10800000">
              <a:off x="4556722" y="334927"/>
              <a:ext cx="190409" cy="316555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22972694-35F7-4F3C-A786-E958DE874A29}"/>
              </a:ext>
            </a:extLst>
          </p:cNvPr>
          <p:cNvSpPr/>
          <p:nvPr/>
        </p:nvSpPr>
        <p:spPr>
          <a:xfrm>
            <a:off x="8220629" y="3620476"/>
            <a:ext cx="119337" cy="11933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510AF81-EFB1-4C8A-A04C-E43801A428A8}"/>
              </a:ext>
            </a:extLst>
          </p:cNvPr>
          <p:cNvSpPr txBox="1"/>
          <p:nvPr/>
        </p:nvSpPr>
        <p:spPr>
          <a:xfrm>
            <a:off x="8287195" y="3541020"/>
            <a:ext cx="175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interface submodule</a:t>
            </a:r>
            <a:endParaRPr lang="zh-CN" altLang="en-US" sz="1100" dirty="0"/>
          </a:p>
        </p:txBody>
      </p:sp>
      <p:sp>
        <p:nvSpPr>
          <p:cNvPr id="48" name="箭头: 左右 47">
            <a:extLst>
              <a:ext uri="{FF2B5EF4-FFF2-40B4-BE49-F238E27FC236}">
                <a16:creationId xmlns:a16="http://schemas.microsoft.com/office/drawing/2014/main" id="{315B6394-C222-4E64-B844-9FC0AE982EF6}"/>
              </a:ext>
            </a:extLst>
          </p:cNvPr>
          <p:cNvSpPr/>
          <p:nvPr/>
        </p:nvSpPr>
        <p:spPr>
          <a:xfrm>
            <a:off x="9743240" y="3602369"/>
            <a:ext cx="292693" cy="144887"/>
          </a:xfrm>
          <a:prstGeom prst="leftRightArrow">
            <a:avLst>
              <a:gd name="adj1" fmla="val 23333"/>
              <a:gd name="adj2" fmla="val 3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3FCF950-11E8-4D69-89B8-02F0C2865CEC}"/>
              </a:ext>
            </a:extLst>
          </p:cNvPr>
          <p:cNvSpPr/>
          <p:nvPr/>
        </p:nvSpPr>
        <p:spPr>
          <a:xfrm>
            <a:off x="1631302" y="1939966"/>
            <a:ext cx="674564" cy="5576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Host Memory</a:t>
            </a:r>
            <a:endParaRPr lang="zh-CN" altLang="en-US" sz="11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A2D96D9-D92F-4CAB-943D-C598354C497D}"/>
              </a:ext>
            </a:extLst>
          </p:cNvPr>
          <p:cNvSpPr/>
          <p:nvPr/>
        </p:nvSpPr>
        <p:spPr>
          <a:xfrm>
            <a:off x="3314045" y="1870957"/>
            <a:ext cx="561253" cy="70978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7ABCF31-9797-412A-815E-CB32A8F3A083}"/>
              </a:ext>
            </a:extLst>
          </p:cNvPr>
          <p:cNvSpPr/>
          <p:nvPr/>
        </p:nvSpPr>
        <p:spPr>
          <a:xfrm>
            <a:off x="3389400" y="2245301"/>
            <a:ext cx="410099" cy="1256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698F0AE-EAC3-406D-886C-0DA393491AF4}"/>
              </a:ext>
            </a:extLst>
          </p:cNvPr>
          <p:cNvSpPr/>
          <p:nvPr/>
        </p:nvSpPr>
        <p:spPr>
          <a:xfrm>
            <a:off x="3389400" y="2065749"/>
            <a:ext cx="410099" cy="1256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DC58DA5-D02E-4F94-9BB8-9784810DFA04}"/>
              </a:ext>
            </a:extLst>
          </p:cNvPr>
          <p:cNvSpPr/>
          <p:nvPr/>
        </p:nvSpPr>
        <p:spPr>
          <a:xfrm>
            <a:off x="3389400" y="2424853"/>
            <a:ext cx="410099" cy="1256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E4B29ED-D0F8-44E5-9728-CAB3AF597A89}"/>
              </a:ext>
            </a:extLst>
          </p:cNvPr>
          <p:cNvSpPr txBox="1"/>
          <p:nvPr/>
        </p:nvSpPr>
        <p:spPr>
          <a:xfrm>
            <a:off x="3267336" y="1798837"/>
            <a:ext cx="693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streams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AD86BDF-B79B-4B71-B2FC-A508C18C4AA5}"/>
              </a:ext>
            </a:extLst>
          </p:cNvPr>
          <p:cNvCxnSpPr>
            <a:endCxn id="20" idx="0"/>
          </p:cNvCxnSpPr>
          <p:nvPr/>
        </p:nvCxnSpPr>
        <p:spPr>
          <a:xfrm flipH="1">
            <a:off x="2139248" y="2497664"/>
            <a:ext cx="1997" cy="23620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E59D228-2EA2-4238-9B72-C5DD6F76E8E6}"/>
              </a:ext>
            </a:extLst>
          </p:cNvPr>
          <p:cNvCxnSpPr>
            <a:cxnSpLocks/>
            <a:stCxn id="50" idx="3"/>
            <a:endCxn id="15" idx="1"/>
          </p:cNvCxnSpPr>
          <p:nvPr/>
        </p:nvCxnSpPr>
        <p:spPr>
          <a:xfrm flipV="1">
            <a:off x="3875298" y="1986144"/>
            <a:ext cx="138385" cy="2397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0714463-8FCF-48FF-874F-DB249B382CA0}"/>
              </a:ext>
            </a:extLst>
          </p:cNvPr>
          <p:cNvCxnSpPr>
            <a:cxnSpLocks/>
            <a:stCxn id="25" idx="0"/>
            <a:endCxn id="50" idx="2"/>
          </p:cNvCxnSpPr>
          <p:nvPr/>
        </p:nvCxnSpPr>
        <p:spPr>
          <a:xfrm flipV="1">
            <a:off x="3591661" y="2580742"/>
            <a:ext cx="3011" cy="15330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FC92FB80-7610-4FD7-A9CD-A549412E45FD}"/>
              </a:ext>
            </a:extLst>
          </p:cNvPr>
          <p:cNvSpPr txBox="1"/>
          <p:nvPr/>
        </p:nvSpPr>
        <p:spPr>
          <a:xfrm>
            <a:off x="10035933" y="3538080"/>
            <a:ext cx="19795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interaction through variable</a:t>
            </a:r>
            <a:endParaRPr lang="zh-CN" altLang="en-US" sz="11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C5BE64E-F034-4C59-825F-DBB6ECE7020B}"/>
              </a:ext>
            </a:extLst>
          </p:cNvPr>
          <p:cNvSpPr txBox="1"/>
          <p:nvPr/>
        </p:nvSpPr>
        <p:spPr>
          <a:xfrm>
            <a:off x="10266373" y="1136048"/>
            <a:ext cx="659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PHY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1C433E06-BC98-448C-BB0E-CFC1370BD496}"/>
              </a:ext>
            </a:extLst>
          </p:cNvPr>
          <p:cNvGrpSpPr/>
          <p:nvPr/>
        </p:nvGrpSpPr>
        <p:grpSpPr>
          <a:xfrm>
            <a:off x="9779832" y="1391653"/>
            <a:ext cx="392269" cy="2046425"/>
            <a:chOff x="10749617" y="1563544"/>
            <a:chExt cx="779809" cy="698039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A2E1456-AA31-46DE-A252-176A8B292244}"/>
                </a:ext>
              </a:extLst>
            </p:cNvPr>
            <p:cNvSpPr/>
            <p:nvPr/>
          </p:nvSpPr>
          <p:spPr>
            <a:xfrm>
              <a:off x="10749617" y="1563544"/>
              <a:ext cx="779809" cy="65527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2EE8DA97-718F-4578-9D04-856D16960EAB}"/>
                </a:ext>
              </a:extLst>
            </p:cNvPr>
            <p:cNvSpPr txBox="1"/>
            <p:nvPr/>
          </p:nvSpPr>
          <p:spPr>
            <a:xfrm rot="5400000">
              <a:off x="10848316" y="1614903"/>
              <a:ext cx="559148" cy="734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Channels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30C77F12-038C-496D-BF07-1AC0DFFF0275}"/>
              </a:ext>
            </a:extLst>
          </p:cNvPr>
          <p:cNvCxnSpPr>
            <a:cxnSpLocks/>
          </p:cNvCxnSpPr>
          <p:nvPr/>
        </p:nvCxnSpPr>
        <p:spPr>
          <a:xfrm>
            <a:off x="10154782" y="1777043"/>
            <a:ext cx="54549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3851856A-407A-4BAC-9C26-A645CC039841}"/>
              </a:ext>
            </a:extLst>
          </p:cNvPr>
          <p:cNvGrpSpPr/>
          <p:nvPr/>
        </p:nvGrpSpPr>
        <p:grpSpPr>
          <a:xfrm>
            <a:off x="10719740" y="2370912"/>
            <a:ext cx="779809" cy="655271"/>
            <a:chOff x="10749617" y="1563544"/>
            <a:chExt cx="779809" cy="655271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1E239850-94B3-49E8-85D7-74F056345BF0}"/>
                </a:ext>
              </a:extLst>
            </p:cNvPr>
            <p:cNvSpPr/>
            <p:nvPr/>
          </p:nvSpPr>
          <p:spPr>
            <a:xfrm>
              <a:off x="10749617" y="1563544"/>
              <a:ext cx="779809" cy="65527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4160117B-F72F-4EA2-BC0B-CE2332FDED97}"/>
                </a:ext>
              </a:extLst>
            </p:cNvPr>
            <p:cNvSpPr txBox="1"/>
            <p:nvPr/>
          </p:nvSpPr>
          <p:spPr>
            <a:xfrm>
              <a:off x="10786227" y="1570417"/>
              <a:ext cx="706591" cy="2284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Flash Chips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BAEAD0DB-990A-4599-A0F4-ED7D64B876A9}"/>
              </a:ext>
            </a:extLst>
          </p:cNvPr>
          <p:cNvCxnSpPr>
            <a:cxnSpLocks/>
          </p:cNvCxnSpPr>
          <p:nvPr/>
        </p:nvCxnSpPr>
        <p:spPr>
          <a:xfrm>
            <a:off x="10163136" y="2624590"/>
            <a:ext cx="54549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51150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宽屏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Tongbin Zhao</dc:creator>
  <cp:lastModifiedBy>Tongbin Zhao</cp:lastModifiedBy>
  <cp:revision>5</cp:revision>
  <dcterms:created xsi:type="dcterms:W3CDTF">2023-08-09T12:44:00Z</dcterms:created>
  <dcterms:modified xsi:type="dcterms:W3CDTF">2026-03-17T05:42:53Z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