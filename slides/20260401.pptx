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268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98E35-EFDF-4907-B8E6-D07B7DD4D090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686144-BE10-4001-A3DB-66565E2E26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438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40D63F-394F-49A8-A958-F793F8490321}"/>
              </a:ext>
            </a:extLst>
          </p:cNvPr>
          <p:cNvSpPr txBox="1"/>
          <p:nvPr/>
        </p:nvSpPr>
        <p:spPr>
          <a:xfrm>
            <a:off x="505326" y="1050983"/>
            <a:ext cx="11329737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目前支持</a:t>
            </a:r>
            <a:r>
              <a:rPr lang="en-US" altLang="zh-CN" dirty="0"/>
              <a:t>stand alone</a:t>
            </a:r>
            <a:r>
              <a:rPr lang="zh-CN" altLang="en-US" dirty="0"/>
              <a:t>形式的仿真，可带真实数据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基本功能已经完成验证，</a:t>
            </a:r>
            <a:r>
              <a:rPr lang="en-US" altLang="zh-CN" dirty="0"/>
              <a:t>read, write, search, compute</a:t>
            </a:r>
            <a:r>
              <a:rPr lang="zh-CN" altLang="en-US" dirty="0"/>
              <a:t>都可以正常运行，</a:t>
            </a:r>
            <a:r>
              <a:rPr lang="en-US" altLang="zh-CN" dirty="0" err="1"/>
              <a:t>cmt</a:t>
            </a:r>
            <a:r>
              <a:rPr lang="zh-CN" altLang="en-US" dirty="0"/>
              <a:t>可正常</a:t>
            </a:r>
            <a:r>
              <a:rPr lang="en-US" altLang="zh-CN" dirty="0"/>
              <a:t>load</a:t>
            </a:r>
            <a:r>
              <a:rPr lang="zh-CN" altLang="en-US" dirty="0"/>
              <a:t>和</a:t>
            </a:r>
            <a:r>
              <a:rPr lang="en-US" altLang="zh-CN" dirty="0"/>
              <a:t>evict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支持</a:t>
            </a:r>
            <a:r>
              <a:rPr lang="en-US" altLang="zh-CN" dirty="0"/>
              <a:t>MQ</a:t>
            </a:r>
            <a:r>
              <a:rPr lang="zh-CN" altLang="en-US" dirty="0"/>
              <a:t>并发</a:t>
            </a:r>
            <a:r>
              <a:rPr lang="en-US" altLang="zh-CN" dirty="0"/>
              <a:t>req</a:t>
            </a: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/>
              <a:t>GC</a:t>
            </a:r>
            <a:r>
              <a:rPr lang="zh-CN" altLang="en-US" dirty="0"/>
              <a:t>和数据统计（正在</a:t>
            </a:r>
            <a:r>
              <a:rPr lang="en-US" altLang="zh-CN" dirty="0"/>
              <a:t>debug</a:t>
            </a:r>
            <a:r>
              <a:rPr lang="zh-CN" altLang="en-US"/>
              <a:t>）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00E8AF-38FD-4A03-B1D2-C30B10D1176C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当前版本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6311882-8649-4A23-B131-F8D4F679581A}"/>
              </a:ext>
            </a:extLst>
          </p:cNvPr>
          <p:cNvSpPr txBox="1"/>
          <p:nvPr/>
        </p:nvSpPr>
        <p:spPr>
          <a:xfrm>
            <a:off x="505326" y="3928308"/>
            <a:ext cx="11329737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>
                <a:solidFill>
                  <a:srgbClr val="FF0000"/>
                </a:solidFill>
              </a:rPr>
              <a:t>preconditioning</a:t>
            </a:r>
            <a:r>
              <a:rPr lang="zh-CN" altLang="en-US" dirty="0">
                <a:solidFill>
                  <a:srgbClr val="FF0000"/>
                </a:solidFill>
              </a:rPr>
              <a:t>（做完这个就可以支持跑</a:t>
            </a:r>
            <a:r>
              <a:rPr lang="en-US" altLang="zh-CN" dirty="0">
                <a:solidFill>
                  <a:srgbClr val="FF0000"/>
                </a:solidFill>
              </a:rPr>
              <a:t>demo</a:t>
            </a:r>
            <a:r>
              <a:rPr lang="zh-CN" altLang="en-US" dirty="0">
                <a:solidFill>
                  <a:srgbClr val="FF0000"/>
                </a:solidFill>
              </a:rPr>
              <a:t>了）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/>
              <a:t>SEARCH, COMPUTE</a:t>
            </a:r>
            <a:r>
              <a:rPr lang="zh-CN" altLang="en-US" dirty="0"/>
              <a:t>地址划分可配置化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dirty="0"/>
              <a:t>ECC</a:t>
            </a:r>
            <a:r>
              <a:rPr lang="zh-CN" altLang="en-US" dirty="0"/>
              <a:t>模块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/>
              <a:t>支持更多硬件配置下的仿真</a:t>
            </a:r>
            <a:endParaRPr lang="en-US" altLang="zh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32ECE4-9D51-4012-BA0E-BB6A66E8EDC9}"/>
              </a:ext>
            </a:extLst>
          </p:cNvPr>
          <p:cNvSpPr txBox="1"/>
          <p:nvPr/>
        </p:nvSpPr>
        <p:spPr>
          <a:xfrm>
            <a:off x="505326" y="3198167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待添加功能</a:t>
            </a:r>
          </a:p>
        </p:txBody>
      </p:sp>
    </p:spTree>
    <p:extLst>
      <p:ext uri="{BB962C8B-B14F-4D97-AF65-F5344CB8AC3E}">
        <p14:creationId xmlns:p14="http://schemas.microsoft.com/office/powerpoint/2010/main" val="1141390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F40D63F-394F-49A8-A958-F793F8490321}"/>
              </a:ext>
            </a:extLst>
          </p:cNvPr>
          <p:cNvSpPr txBox="1"/>
          <p:nvPr/>
        </p:nvSpPr>
        <p:spPr>
          <a:xfrm>
            <a:off x="505326" y="1050983"/>
            <a:ext cx="11329737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方案一：复用</a:t>
            </a:r>
            <a:r>
              <a:rPr lang="en-US" altLang="zh-CN" dirty="0"/>
              <a:t>trace</a:t>
            </a:r>
            <a:r>
              <a:rPr lang="zh-CN" altLang="en-US" dirty="0"/>
              <a:t>的</a:t>
            </a:r>
            <a:r>
              <a:rPr lang="en-US" altLang="zh-CN" dirty="0"/>
              <a:t>ISA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Pros</a:t>
            </a:r>
            <a:r>
              <a:rPr lang="zh-CN" altLang="en-US" dirty="0"/>
              <a:t>：不需要额外设计，生成</a:t>
            </a:r>
            <a:r>
              <a:rPr lang="en-US" altLang="zh-CN" dirty="0"/>
              <a:t>trace</a:t>
            </a:r>
            <a:r>
              <a:rPr lang="zh-CN" altLang="en-US" dirty="0"/>
              <a:t>的脚本也可以复用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Cons</a:t>
            </a:r>
            <a:r>
              <a:rPr lang="zh-CN" altLang="en-US" dirty="0"/>
              <a:t>：</a:t>
            </a:r>
            <a:r>
              <a:rPr lang="en-US" altLang="zh-CN" dirty="0"/>
              <a:t>preconditioning</a:t>
            </a:r>
            <a:r>
              <a:rPr lang="zh-CN" altLang="en-US" dirty="0"/>
              <a:t>阶段就需要执行大量的写操作，并需要利用读操作完成</a:t>
            </a:r>
            <a:r>
              <a:rPr lang="en-US" altLang="zh-CN" dirty="0" err="1"/>
              <a:t>cmt</a:t>
            </a:r>
            <a:r>
              <a:rPr lang="en-US" altLang="zh-CN" dirty="0"/>
              <a:t> warm up</a:t>
            </a:r>
            <a:r>
              <a:rPr lang="zh-CN" altLang="en-US" dirty="0"/>
              <a:t>，开销较大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lvl="1">
              <a:lnSpc>
                <a:spcPct val="150000"/>
              </a:lnSpc>
            </a:pP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方案二：直接对仿真器的变量进行赋值操作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Pros</a:t>
            </a:r>
            <a:r>
              <a:rPr lang="zh-CN" altLang="en-US" dirty="0"/>
              <a:t>：</a:t>
            </a:r>
            <a:r>
              <a:rPr lang="en-US" altLang="zh-CN" dirty="0"/>
              <a:t> </a:t>
            </a:r>
            <a:r>
              <a:rPr lang="zh-CN" altLang="en-US" dirty="0"/>
              <a:t>大大减少</a:t>
            </a:r>
            <a:r>
              <a:rPr lang="en-US" altLang="zh-CN" dirty="0"/>
              <a:t>preconditioning</a:t>
            </a:r>
            <a:r>
              <a:rPr lang="zh-CN" altLang="en-US" dirty="0"/>
              <a:t>阶段的开销，且与</a:t>
            </a:r>
            <a:r>
              <a:rPr lang="en-US" altLang="zh-CN" dirty="0"/>
              <a:t>SSD</a:t>
            </a:r>
            <a:r>
              <a:rPr lang="zh-CN" altLang="en-US" dirty="0"/>
              <a:t>调度策略无关，更加可控</a:t>
            </a:r>
            <a:endParaRPr lang="en-US" altLang="zh-CN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/>
              <a:t>Cons</a:t>
            </a:r>
            <a:r>
              <a:rPr lang="zh-CN" altLang="en-US" dirty="0"/>
              <a:t>：需要考虑赋值结果是否在真实的</a:t>
            </a:r>
            <a:r>
              <a:rPr lang="en-US" altLang="zh-CN" dirty="0"/>
              <a:t>trace</a:t>
            </a:r>
            <a:r>
              <a:rPr lang="zh-CN" altLang="en-US" dirty="0"/>
              <a:t>中会出现（其实</a:t>
            </a:r>
            <a:r>
              <a:rPr lang="en-US" altLang="zh-CN" dirty="0"/>
              <a:t>rough</a:t>
            </a:r>
            <a:r>
              <a:rPr lang="zh-CN" altLang="en-US" dirty="0"/>
              <a:t>一点也可以不考虑</a:t>
            </a:r>
            <a:r>
              <a:rPr lang="en-US" altLang="zh-CN" dirty="0"/>
              <a:t>x</a:t>
            </a:r>
            <a:r>
              <a:rPr lang="zh-CN" altLang="en-US" dirty="0"/>
              <a:t>），尤其是</a:t>
            </a:r>
            <a:r>
              <a:rPr lang="en-US" altLang="zh-CN" dirty="0" err="1"/>
              <a:t>cmt</a:t>
            </a:r>
            <a:r>
              <a:rPr lang="en-US" altLang="zh-CN" dirty="0"/>
              <a:t> warm up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C00E8AF-38FD-4A03-B1D2-C30B10D1176C}"/>
              </a:ext>
            </a:extLst>
          </p:cNvPr>
          <p:cNvSpPr txBox="1"/>
          <p:nvPr/>
        </p:nvSpPr>
        <p:spPr>
          <a:xfrm>
            <a:off x="505326" y="320842"/>
            <a:ext cx="9156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Preconditioning ISA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81089721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188</Words>
  <Application>Microsoft Office PowerPoint</Application>
  <PresentationFormat>宽屏</PresentationFormat>
  <Paragraphs>19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Arial</vt:lpstr>
      <vt:lpstr>Calibri</vt:lpstr>
      <vt:lpstr>Wingdings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Tongbin Zhao</dc:creator>
  <cp:lastModifiedBy>Tongbin Zhao</cp:lastModifiedBy>
  <cp:revision>53</cp:revision>
  <dcterms:created xsi:type="dcterms:W3CDTF">2023-08-09T12:44:00Z</dcterms:created>
  <dcterms:modified xsi:type="dcterms:W3CDTF">2026-04-01T06:34:47Z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